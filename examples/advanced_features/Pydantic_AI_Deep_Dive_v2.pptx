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Pydantic AI 深度解析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45720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类型安全、依赖注入与 Agent 架构选型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为什么我们该停止写面条代码，开始用工程化思维构建大模型应用？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主讲人：[你的名字/Title]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 LLM 应用开发的痛点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薛定谔的 JSON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提示词越写越长，LLM 返回的 JSON 依然少字段或类型错误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意大利面条式的上下文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数据库连接、Token、API Keys 在全局变量中满天飞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不可测试的黑盒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逻辑依赖真实 API，测试缓慢、烧钱且不可靠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4114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繁琐的错误处理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结构化解析失败后，需要手写大量重试和回退逻辑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Pydantic AI？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" cy="10972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出身名门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 Pydantic 官方团队打造，天生带有 Python 类型系统的正统基因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27432" cy="10972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核心定位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不是大而全的生态（不像 LangChain），而是极致优雅的 Agent 节点开发底座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74720"/>
            <a:ext cx="27432" cy="10972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设计哲学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LLM 的不确定性在底层被消化，暴露出绝对可靠的类型安全对象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Feature I：端到端的极致类型安全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类型安全四层次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定义时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BaseModel + Field 定义约束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编码时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自动补全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编译时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MyPy/Pyright 静态检查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运行时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Pydantic 自动校验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5303520" cy="365760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097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TicketAnalysis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TicketCategory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urgency: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"openai:gpt-4o",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output_type=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TicketAnalysis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Feature II：依赖注入机制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机制说明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首创的 RunContext 概念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告别全局变量，按需注入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工程价值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高内聚低耦合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多租户友好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测试时可注入 Mock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user_id: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db_connection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api_key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8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ctx.deps.user_id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ctx.deps.db_connection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Feature III：动态提示词与工具挂载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7432" cy="164592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@agent.system_prompt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运行时执行的 Python 函数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根据 ctx.deps 动态生成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VIP 用户 → 专属提示词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8404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743200"/>
            <a:ext cx="27432" cy="182880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@agent.tool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无缝获取注入的依赖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Docstring → JSON Schema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类型注解自动解析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914400"/>
            <a:ext cx="4206240" cy="365760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@agent.system_prompt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prompt(ctx):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ctx.deps.is_vip: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"VIP专属..."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@agent.tool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00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query(ctx, id):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 = ctx.deps.db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db.query(id)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Feature IV：自动错误纠正机制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59436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返回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A0A0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560320" cy="5943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Pydantic 校验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A0A0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560320" cy="59436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构造重试提示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A0A0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560320" cy="59436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自动重试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657600"/>
            <a:ext cx="0" cy="-2377440"/>
          </a:xfrm>
          <a:prstGeom prst="line">
            <a:avLst/>
          </a:prstGeom>
          <a:noFill/>
          <a:ln w="25400">
            <a:solidFill>
              <a:srgbClr val="C700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重试循环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1005840"/>
            <a:ext cx="50292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1887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零行代码实现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LLM 返回不符合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自动拦截 ValidationError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封装错误为重试 Prompt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逼迫模型自行修正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不可靠的文本 → 可靠的数据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Feature V：真正的单元测试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零 Token 消耗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自动生成符合 Schema 的数据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FunctionModel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自定义 Mock 行为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可测试特定场景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测试 Agent 像测试普通函数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97280"/>
          <a:ext cx="4206240" cy="25603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8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8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Pydantic AI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81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消耗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 (烧钱)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网络延迟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 (慢)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结果稳定性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不稳定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完全稳定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CI/CD 友好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181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优势总结 —— 为什么选它？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7432" cy="8686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24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代码质量极高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 LLM 开发拉回现代软件工程标准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20240"/>
            <a:ext cx="27432" cy="8686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299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开发者体验碾压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没有晦涩的 LCEL，纯粹的 Python 代码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27432" cy="8686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358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数据可靠性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Pydantic V2 Rust 核心直接对接 Function Calling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931920"/>
            <a:ext cx="27432" cy="8686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416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流式支持强大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支持结构化模型数据的流式输出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局限与不足 —— 它不能做什么？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不是全包圆框架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没有内置文档加载器、向量数据库开箱即用集成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缺乏宏观图编排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不支持 LangGraph 的时间旅行、Checkpointer、人类审批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小场景略显繁琐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7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简单聊天机器人用强类型约束可能过度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终极的黄金组合 (The Golden Stack)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(外层管家)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全局图状态维护 | 复杂路由 | 循环 | 持久化记忆 | 人类介入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6949440" cy="9144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1945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Pydantic AI (内层打工人)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结构化数据提取 | 局部工具调用 | 100% 正确输出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结论：抛弃非黑即白的站队，组合使用才是最佳实践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Demo: github.com/RedStoneManL/pydantic-ai-demo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572000" cy="1828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"Pydantic AI 把大模型的不确定性，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用工程化的确定性关进了笼子。"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参考资料与 Demo 源码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github.com/RedStoneManL/pydantic-ai-demo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examples/advanced_features/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Pydantic AI 深度解析</dc:title>
  <dc:subject>PptxGenJS Presentation</dc:subject>
  <dc:creator>Monika</dc:creator>
  <cp:lastModifiedBy>Monika</cp:lastModifiedBy>
  <cp:revision>1</cp:revision>
  <dcterms:created xsi:type="dcterms:W3CDTF">2026-02-26T11:35:31Z</dcterms:created>
  <dcterms:modified xsi:type="dcterms:W3CDTF">2026-02-26T11:35:31Z</dcterms:modified>
</cp:coreProperties>
</file>