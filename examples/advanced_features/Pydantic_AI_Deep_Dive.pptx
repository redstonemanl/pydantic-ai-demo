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AI 深度解析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类型安全、依赖注入与 Agent 架构选型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为什么我们该停止写面条代码，开始用工程化思维构建大模型应用？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主讲人：[你的名字/Title]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 LLM 应用开发的痛点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薛定谔的 JSON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提示词越写越长，LLM 返回的 JSON 依然少字段或类型错误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意大利面条式的上下文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数据库连接、Token、API Keys 在全局变量中满天飞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不可测试的黑盒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逻辑依赖真实 API，测试缓慢、烧钱且不可靠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繁琐的错误处理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结构化解析失败后，需要手写大量重试和回退逻辑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Pydantic AI？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出身名门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 Pydantic 官方团队打造，天生带有 Python 类型系统的正统基因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005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不是大而全的生态，而是极致优雅的 Agent 节点开发底座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1005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03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设计哲学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LLM 的不确定性在底层被消化，暴露出绝对可靠的类型安全对象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Feature I：端到端的极致类型安全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机制说明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从输入依赖 (deps_type) 到输出结果 (result_type) 全链路泛型支持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工程价值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 完美护航：参数补全、方法提示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静态检查：MyPy/Pyright 运行前报错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运行时校验：Pydantic 自动验证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0" y="1005840"/>
            <a:ext cx="3931920" cy="3200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11887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TicketAnalysis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(BaseModel):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TicketCategory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urgency: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UrgencyLevel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confidence: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"openai:gpt-4o",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output_type=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TicketAnalysis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Feature II：依赖注入机制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机制说明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首创的 RunContext 概念，告别全局变量，按需注入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实战场景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外部将 user_id + db_connection 丢给 Agent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Tools 和 Prompts 通过 ctx.deps 安全获取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工程价值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高内聚低耦合，多租户友好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测试时可轻松注入 Mock 依赖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0" y="1005840"/>
            <a:ext cx="3931920" cy="32004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11887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UserContext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user_id: str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db_connection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api_key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ctx.deps.user_id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ctx.deps.db_connection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Feature III：动态提示词与工具挂载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@agent.system_prompt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运行时执行的 Python 函数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根据 ctx.deps 动态生成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VIP 用户 → 专属提示词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@agent.tool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无缝获取注入的依赖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Docstring → JSON Schema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类型注解自动解析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0" y="1005840"/>
            <a:ext cx="3931920" cy="3200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11887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@agent.system_prompt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prompt(ctx):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ctx.deps.is_vip: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"VIP专属..."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@agent.tool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query(ctx, id):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 = ctx.deps.db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db.query(id)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Feature IV：自动错误纠正机制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286000" cy="5486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返回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286000" cy="54864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校验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2286000" cy="5486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构造重试提示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2286000" cy="5486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自动重试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3749040"/>
            <a:ext cx="0" cy="-2468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重试循环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10972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零行代码实现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LLM 返回不符合 Schema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自动拦截 ValidationError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封装错误为重试 Prompt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逼迫模型自行修正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不可靠的文本 → 可靠的数据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Feature V：真正的单元测试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零 Token 消耗，零网络延迟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自动读取 result_type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反射生成符合 Schema 的假数据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自定义 Mock 行为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可测试特定场景/边界情况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测试 Agent 像测试普通函数一样简单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3931920" cy="2286000"/>
        </p:xfrm>
        <a:graphic>
          <a:graphicData uri="http://schemas.openxmlformats.org/drawingml/2006/table">
            <a:tbl>
              <a:tblPr/>
              <a:tblGrid>
                <a:gridCol w="1310640"/>
                <a:gridCol w="1310640"/>
                <a:gridCol w="131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传统方式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Pydantic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消耗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 (烧钱)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网络延迟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 (慢)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结果稳定性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不稳定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完全稳定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 友好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优势总结 —— 为什么选它？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7724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代码质量极高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 LLM 开发拉回现代软件工程标准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77724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开发者体验碾压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没有晦涩的 LCEL，纯粹的 Python 代码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77724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数据可靠性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V2 Rust 核心直接对接 Function Calling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77724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流式支持强大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支持结构化模型数据的流式输出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局限与不足 —— 它不能做什么？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不是全包圆框架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没有内置文档加载器、向量数据库开箱即用集成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缺乏宏观图编排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不支持 LangGraph 的时间旅行、Checkpointer、人类审批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小场景略显繁琐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简单聊天机器人用强类型约束可能过度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终极的黄金组合 (The Golden Stack)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0116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(外层管家)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全局图状态维护 | 复杂路由 | 循环 | 持久化记忆 | 人类介入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2194560"/>
            <a:ext cx="6400800" cy="7315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2860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AI (内层打工人) → 结构化数据提取 | 局部工具调用 | 100% 正确输出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结论：抛弃非黑即白的站队，组合使用才是最佳实践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github.com/RedStoneManL/pydantic-ai-demo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82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"Pydantic AI 把大模型的不确定性，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用工程化的确定性关进了笼子。"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参考资料与 Demo 源码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github.com/RedStoneManL/pydantic-ai-demo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examples/advanced_features/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Pydantic AI 深度解析</dc:title>
  <dc:subject>PptxGenJS Presentation</dc:subject>
  <dc:creator>Monika</dc:creator>
  <cp:lastModifiedBy>Monika</cp:lastModifiedBy>
  <cp:revision>1</cp:revision>
  <dcterms:created xsi:type="dcterms:W3CDTF">2026-02-26T08:05:35Z</dcterms:created>
  <dcterms:modified xsi:type="dcterms:W3CDTF">2026-02-26T08:05:35Z</dcterms:modified>
</cp:coreProperties>
</file>